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68661-CAA6-4D90-98AD-B392A9AAB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2AEA5-54D4-46BC-A7BA-E87FDA274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D65FC-797D-47FE-B318-E25D6DB1B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DE40-A13C-4301-81A5-4F018CE3EF40}" type="datetimeFigureOut">
              <a:rPr lang="en-GH" smtClean="0"/>
              <a:t>22/11/2025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A9769-82FB-4315-A3A8-C85DA7A64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48D17-B1DD-474B-B5B9-71A8FC12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F9652-B90A-40B1-92DE-230D786ABF5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562770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30B0F-3A93-42A0-833D-3A7F530F5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4B376-2351-4681-A25E-68874B78C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7E03F-3C1F-4E33-8B0B-37080A8DE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DE40-A13C-4301-81A5-4F018CE3EF40}" type="datetimeFigureOut">
              <a:rPr lang="en-GH" smtClean="0"/>
              <a:t>22/11/2025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098D3-0E47-466B-B21B-00E31894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B6044-36B3-48D9-BECB-382CA081A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F9652-B90A-40B1-92DE-230D786ABF5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6847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22DD2-E339-4660-BC88-9CD33673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789C3-B0ED-4820-AB3F-DBECEDB80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A4A69-0A13-4F51-B062-3B08ED4C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DE40-A13C-4301-81A5-4F018CE3EF40}" type="datetimeFigureOut">
              <a:rPr lang="en-GH" smtClean="0"/>
              <a:t>22/11/2025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64181-8856-4249-9C1D-01735DBBA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7D7ED-2754-46C6-9081-C8434F066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F9652-B90A-40B1-92DE-230D786ABF5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694710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C1C49-EC02-4406-9C77-79EB78ABB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02F66-407C-4E0B-A27C-054A096A4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E430C-F2ED-4EA0-B66F-566857026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87A75-BAAA-468D-B2B6-742D7E7EF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DE40-A13C-4301-81A5-4F018CE3EF40}" type="datetimeFigureOut">
              <a:rPr lang="en-GH" smtClean="0"/>
              <a:t>22/11/2025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FD675-8406-4D7B-802D-58852449F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43CAF-14F7-40DF-9B1D-1249D251F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F9652-B90A-40B1-92DE-230D786ABF5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346006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3A88E-5519-47EC-A902-43177E106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4302B-89E8-437C-9CCC-2E34FED8F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06694-1E0E-4E7D-9DE7-475069820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A7F883-FEF1-4E29-9714-039762E7E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4E825B-4604-4972-86DE-79D0D840F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1D0775-9057-41DC-86AD-2A03A1736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DE40-A13C-4301-81A5-4F018CE3EF40}" type="datetimeFigureOut">
              <a:rPr lang="en-GH" smtClean="0"/>
              <a:t>22/11/2025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62C2FF-FE44-43C4-A417-5DC5C244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3C37A-EB88-421E-A8CA-FBBE3DA4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F9652-B90A-40B1-92DE-230D786ABF5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833217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05D43-967F-4BEA-8CD1-DA2F64C07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54314B-8FB1-4522-83FC-4B9B3775E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DE40-A13C-4301-81A5-4F018CE3EF40}" type="datetimeFigureOut">
              <a:rPr lang="en-GH" smtClean="0"/>
              <a:t>22/11/2025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B5E4FB-BB85-47BE-A773-FC4D71C4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DADEE-BF71-4C24-8473-F130995E4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F9652-B90A-40B1-92DE-230D786ABF5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543620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6AB1EB-2194-4E97-AB13-E5BEAE6A7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DE40-A13C-4301-81A5-4F018CE3EF40}" type="datetimeFigureOut">
              <a:rPr lang="en-GH" smtClean="0"/>
              <a:t>22/11/2025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C2BB4-C8D6-424F-9C63-FCA0D9C61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25977-B31F-4710-A988-0ACBB6CA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F9652-B90A-40B1-92DE-230D786ABF5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195790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6DDBF-9B3E-4620-8668-2DD27028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B20A5-C684-4DC8-9820-67F793160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C8558-67C9-41F7-A4DD-B483FF7F6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2FB4C-5F3B-4960-8C37-3FBE4D7E6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DE40-A13C-4301-81A5-4F018CE3EF40}" type="datetimeFigureOut">
              <a:rPr lang="en-GH" smtClean="0"/>
              <a:t>22/11/2025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B57AF-7098-437E-8519-87DEF95C2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986B8-B5C6-4D20-8B41-125DBCE0C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F9652-B90A-40B1-92DE-230D786ABF5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11659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62746-08F2-45AF-80B2-F3946ABC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E1A5F2-C3D3-4208-A214-B0DEBE019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9BEFE-E7B4-41D7-853D-2D6488A79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25F6A-FF92-4C51-B708-0F5529F64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DE40-A13C-4301-81A5-4F018CE3EF40}" type="datetimeFigureOut">
              <a:rPr lang="en-GH" smtClean="0"/>
              <a:t>22/11/2025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EA479-6B64-4488-BA35-17038275A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A117-CAB6-438C-A182-D8795B8E5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F9652-B90A-40B1-92DE-230D786ABF5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274935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F30CA-52CE-4DD3-9A58-C755DF8D1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2B86C-E993-4E1C-8925-C15AF4ABB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FBEA3-F842-4013-BF04-D9DF1599B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DE40-A13C-4301-81A5-4F018CE3EF40}" type="datetimeFigureOut">
              <a:rPr lang="en-GH" smtClean="0"/>
              <a:t>22/11/2025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680A5-3C65-413B-B954-1C6E013F2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AFEF9-7636-4756-8DDF-160409F82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F9652-B90A-40B1-92DE-230D786ABF5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104710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F2D74D-08EC-4685-8970-505D9FC213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3676C4-1AB1-41E2-B6E8-390A5E2FF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0F334-04B0-4286-96AF-7CD1DDE89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DE40-A13C-4301-81A5-4F018CE3EF40}" type="datetimeFigureOut">
              <a:rPr lang="en-GH" smtClean="0"/>
              <a:t>22/11/2025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398F3-74D8-4159-914C-243BC860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53BC0-2238-4132-A1A0-420357F1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F9652-B90A-40B1-92DE-230D786ABF5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655277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17E45E-EBD6-4C64-B310-D4836166B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3EBB9-F6A5-40D5-AFD1-E4A057AEB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937F2-0042-46A2-AFE6-6C9A69F7F4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CDDE40-A13C-4301-81A5-4F018CE3EF40}" type="datetimeFigureOut">
              <a:rPr lang="en-GH" smtClean="0"/>
              <a:t>22/11/2025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231F1-06A2-46E4-8A72-8F57F8840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27E37-6DFC-42CF-9EA9-F15BA0C06D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F9652-B90A-40B1-92DE-230D786ABF5B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15421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AA085-CE73-401E-A968-90DCF6BA9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316037"/>
          </a:xfrm>
        </p:spPr>
        <p:txBody>
          <a:bodyPr>
            <a:normAutofit/>
          </a:bodyPr>
          <a:lstStyle/>
          <a:p>
            <a:r>
              <a:rPr lang="en-US" sz="4400" b="1" u="sng" dirty="0">
                <a:latin typeface="Arial Black" panose="020B0A04020102020204" pitchFamily="34" charset="0"/>
              </a:rPr>
              <a:t>MTN TELECOMMUNICATION ANALYSIS (PROJECT)</a:t>
            </a:r>
            <a:endParaRPr lang="en-GH" sz="4400" b="1" u="sng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A10C3-0B51-4951-A958-6F98F35BF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87755"/>
            <a:ext cx="12192000" cy="5631610"/>
          </a:xfrm>
        </p:spPr>
        <p:txBody>
          <a:bodyPr>
            <a:normAutofit/>
          </a:bodyPr>
          <a:lstStyle/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WORKING AS A DATA OR BUSINESS ANALYST AT A MAJOR TELECOMMUNICATION COMPANY LIKE MTN.</a:t>
            </a:r>
          </a:p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THE PAST FEW MONTHS, MANAGEMENT HAS NOTICED SOMETHING WORRYING:</a:t>
            </a:r>
          </a:p>
          <a:p>
            <a:pPr algn="l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IS DROPPING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CUSTOMERS ARE JOINING, BUT EVEN MORE CUSTOMERS ARE QUIETLY LEAVING THE COMPANY.</a:t>
            </a:r>
          </a:p>
          <a:p>
            <a:pPr algn="l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MANAGER HANDS YOU A CHURN DATASET CONTAINING DETAILS ABOUT CUSTOMERS, DEMOGRAPHICS, INTERNET TYPE, SERVICES USED ETC.</a:t>
            </a:r>
          </a:p>
          <a:p>
            <a:pPr algn="l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JOB?</a:t>
            </a:r>
          </a:p>
          <a:p>
            <a:pPr algn="l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WHICH CUSTOMER GROUPS ARE CHURNING THE MOST</a:t>
            </a:r>
          </a:p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OUT WHY CUSTOMERS ARE LEAVING</a:t>
            </a:r>
          </a:p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 HOW MUCH REVENUE IS BEING LOST</a:t>
            </a:r>
          </a:p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SERVICES AND CITIES WITH THE HIGHEST CHURN</a:t>
            </a:r>
          </a:p>
          <a:p>
            <a:pPr algn="l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INSIGHT WILL BE USED DIRECTLY BY THE CUSTOMER EXPERIENCE TEAM, MARKETING DEPARTMENT, AND SENIOR MANAGEMENT TO DESIGN TARGETED OFFERS, IMPROVE SERVICE QUALITY AND REDUCE CHURN SIGNIFICANTLY.</a:t>
            </a:r>
          </a:p>
          <a:p>
            <a:pPr algn="l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H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912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AA085-CE73-401E-A968-90DCF6BA9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316037"/>
          </a:xfrm>
        </p:spPr>
        <p:txBody>
          <a:bodyPr>
            <a:normAutofit/>
          </a:bodyPr>
          <a:lstStyle/>
          <a:p>
            <a:r>
              <a:rPr lang="en-US" sz="4400" b="1" u="sng" dirty="0">
                <a:latin typeface="Arial Black" panose="020B0A04020102020204" pitchFamily="34" charset="0"/>
              </a:rPr>
              <a:t>MTN TELECOMMUNICATION ANALYSIS (PROJECT)</a:t>
            </a:r>
            <a:endParaRPr lang="en-GH" sz="4400" b="1" u="sng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A10C3-0B51-4951-A958-6F98F35BF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87755"/>
            <a:ext cx="12192000" cy="5631610"/>
          </a:xfrm>
        </p:spPr>
        <p:txBody>
          <a:bodyPr>
            <a:normAutofit/>
          </a:bodyPr>
          <a:lstStyle/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IMPORTANT FOR THIS PROJECT AND NEEDING ANSWERS TO:</a:t>
            </a:r>
          </a:p>
          <a:p>
            <a:pPr algn="l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DISTRIBUTION OF CUSTOMERS BY GENDER, AGE GROUPS, MARITAL STATUS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DEMOGRAPHICS HAVE THE HIGHEST CHURN?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YOUNGER OR OLDER PEOPLE MORE LIKELY TO CHURN?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CHURN VARY ACROSS CUSTOMER TENURE?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NEWER CUSTOMERS MORE LIKELY TO CHURN THAN LONG-TERM CUSTOMERS?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TOTAL REVENUE LOSS DUE TO CHURN?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CUSTOMERS ON PAPERLESS BILLING OR SPECIFIED PAYMENT METHODS MORE LIKELY TO CHURN?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OVERALL CHURN RATE?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CATEGORIES ARE MOST COMMON?</a:t>
            </a:r>
          </a:p>
          <a:p>
            <a:pPr marL="228600" indent="-228600" algn="l">
              <a:buAutoNum type="arabicPeriod"/>
            </a:pP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SPECIFIC CHURN REASONS FREQUENTLY APPEAR?</a:t>
            </a:r>
          </a:p>
          <a:p>
            <a:pPr algn="l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H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688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245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Times New Roman</vt:lpstr>
      <vt:lpstr>Office Theme</vt:lpstr>
      <vt:lpstr>MTN TELECOMMUNICATION ANALYSIS (PROJECT)</vt:lpstr>
      <vt:lpstr>MTN TELECOMMUNICATION ANALYSIS (PROJECT)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MTN TELECOMMUNICATION ANALYSIS (PROJECT)</dc:title>
  <dc:creator>Maa Abena</dc:creator>
  <cp:lastModifiedBy>Maa Abena</cp:lastModifiedBy>
  <cp:revision>2</cp:revision>
  <dcterms:created xsi:type="dcterms:W3CDTF">2025-11-22T13:33:02Z</dcterms:created>
  <dcterms:modified xsi:type="dcterms:W3CDTF">2025-11-22T13:42:48Z</dcterms:modified>
</cp:coreProperties>
</file>