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A3237-0297-4F9C-A4A7-3404123E8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6C1892-D070-4AE4-ACB3-4A32E6A25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38569-0034-4FAB-87C3-5E68F43C9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BEFF-0B91-42C7-A69A-24115FC78288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E3C15-86C7-4872-9195-200C460C1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FB891-46A0-4051-B2D2-956BD11F2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CE5E-D8B4-434D-ABF9-48AB7C22F88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56002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4E92-81A5-4D82-8F0A-27B17812F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0D12E-94BB-42F1-89EE-A06185990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E9B2B-3F0C-4EC6-A840-2F9DD0FE5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BEFF-0B91-42C7-A69A-24115FC78288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44DCD-04DF-4A48-A0E5-5D2CB557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2A16E-4001-4C01-8892-5DBAAA60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CE5E-D8B4-434D-ABF9-48AB7C22F88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649323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4DA7A-7B29-47B6-8782-A35D82706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35E05-FB5C-44E6-BD79-2FDEDB881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04A21-11B0-4F77-B972-D005B02DA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BEFF-0B91-42C7-A69A-24115FC78288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F3905-EE15-475B-B15C-2206E32FD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EF846-EA5C-44EE-A0AD-23834788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CE5E-D8B4-434D-ABF9-48AB7C22F88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97561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7D444-049D-44E6-BB1D-6C2443E14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24F28-98DD-4D30-9F78-5093A4FC5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DA6043-4014-4D68-8464-138C3DD74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A9DB2-C7C7-458A-A2D4-713E4C46A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BEFF-0B91-42C7-A69A-24115FC78288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9A145-8B2C-43D5-947C-1D18EA10A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BF7927-F3F1-4BC4-A3FA-4B88D324A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CE5E-D8B4-434D-ABF9-48AB7C22F88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606941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9BB2E-8B00-47B8-AEDE-CC833F4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1C5CA-B02A-42E1-9011-7B2E96892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E590A-8F08-40C4-BA40-FCC9A37D8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A25845-E315-429C-874F-E829BF741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3AF764-6BA8-4B0B-825A-F65D8BBBD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5B95AC-4A47-4C7B-97F9-5053B8F8F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BEFF-0B91-42C7-A69A-24115FC78288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30A37F-5C7F-437A-96A0-88C01CCEA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230AB1-DC5B-4F58-83BA-56CA845A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CE5E-D8B4-434D-ABF9-48AB7C22F88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675226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A6B7-058A-4AE3-8E19-C8DE66385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951973-8169-4B64-8817-BE88E08B6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BEFF-0B91-42C7-A69A-24115FC78288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C1019C-B910-45EB-A8C9-38D150FC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03477-959C-4257-86E6-24DF4361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CE5E-D8B4-434D-ABF9-48AB7C22F88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966113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9F2B36-5675-479E-BA93-F47023B97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BEFF-0B91-42C7-A69A-24115FC78288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16539-9E56-4C9F-BA77-6095C7558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F711F-C45A-4D42-84F7-ACF14F22C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CE5E-D8B4-434D-ABF9-48AB7C22F88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843972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93C24-C826-41B2-9350-248074106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4FDD0-7343-4E0F-8E3E-00ADE14C9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97EB6-AB93-45FA-A0A5-20DB88C23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C71FBC-7925-4AA3-AFFB-3941B14B5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BEFF-0B91-42C7-A69A-24115FC78288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37C02-F29D-4E99-9922-C6F006DD9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0D2392-70CE-48CA-B64B-261E1F6A3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CE5E-D8B4-434D-ABF9-48AB7C22F88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20573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74DE3-61A8-4719-8E5E-9EE0BACD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4F059E-3C2E-4417-8C3B-230C7D4671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9E991E-BDAD-415D-8616-EC4877B75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37B12-CBE6-4B29-B23C-2519C6997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BEFF-0B91-42C7-A69A-24115FC78288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18B547-AAC3-4DF9-ABBD-000E0C620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F1A7D-68C8-4675-94B4-28023A33E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CE5E-D8B4-434D-ABF9-48AB7C22F88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646369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11EDF-8190-40E6-871C-9CBFFC21C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E257C6-F7D2-4994-9C55-C7FC28B68A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E6E14-DCE2-480B-A874-E4DC837EC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BEFF-0B91-42C7-A69A-24115FC78288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AB4CA-6564-4491-B10A-90694CB5B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E276C-1209-42E2-8F9D-0C12AF50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CE5E-D8B4-434D-ABF9-48AB7C22F88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4231258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07F386-5E50-4C92-80B8-BB6A46EDF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727CD5-169D-4EC3-BB28-8831896EBF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ED715-83CD-4801-9EAD-73AA5B17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FBEFF-0B91-42C7-A69A-24115FC78288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D0185-1F2D-4A7B-BAA8-22892E650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0392D-DAD3-404A-A4FB-A21673B6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CE5E-D8B4-434D-ABF9-48AB7C22F88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063874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274D1-A3A8-4124-BC18-F5F0C3F5D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2CF03-585C-48B2-80C8-685F21533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F83E5-416E-43DD-A736-5483728E51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FBEFF-0B91-42C7-A69A-24115FC78288}" type="datetimeFigureOut">
              <a:rPr lang="en-GH" smtClean="0"/>
              <a:t>29/11/2025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DAD93-00CA-44CF-915E-B270DA364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9881C-32F1-46A1-A1F8-4412292F9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5CE5E-D8B4-434D-ABF9-48AB7C22F880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188570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0E87-8639-4002-A9C6-266D1E9C8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"/>
            <a:ext cx="12191999" cy="63649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Arial Black" panose="020B0A04020102020204" pitchFamily="34" charset="0"/>
              </a:rPr>
              <a:t>DEATH CAUSES DATA ANALYSIS</a:t>
            </a:r>
            <a:endParaRPr lang="en-GH" sz="3600" b="1" u="sng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F3C0C-518E-40B2-9F17-7089CED9D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36493"/>
            <a:ext cx="12191999" cy="6221505"/>
          </a:xfrm>
        </p:spPr>
        <p:txBody>
          <a:bodyPr>
            <a:normAutofit/>
          </a:bodyPr>
          <a:lstStyle/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HOLLA, SO IN THIS PROJECT, WE HAVE BEEN HIRED AS A BUSINESS OR DATA ANALYST AT AN INTERNATIONAL HEALTH INSIGHTS ORGANIZATION. LEADERSHIP WANTS TO UNDERSTAND HOW THE BURDEN OF 32 DISEASES CHANGES ACROSS COUNTRIES AND OVERTIME. THE GOAL IS TO:</a:t>
            </a: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GLOBAL POLICY MAKING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 RISK REGIONS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IMPROVEMENTS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FUNDING MORE EFFECTIVELY.</a:t>
            </a:r>
          </a:p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ATTACHED IS THE DATASET REQUIRED TO PERFORM THIS ANALYSIS.</a:t>
            </a: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GOALS: THE BUSINESS GOAL FOR THIS DATASET IS TO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DISEASES WITH THE HIGHEST GLOBAL IMPACT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WHICH COUNTRIES ARE MOST AFFECCTED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TRENDS OVER TIME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HIIGHLIGHT REGIONS THAT SHOW IMPROVEMENT OR DETERIOTION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FUTURE PLANNING AND RESOURCE ALLOCATION</a:t>
            </a:r>
          </a:p>
          <a:p>
            <a:pPr algn="l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256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0E87-8639-4002-A9C6-266D1E9C8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"/>
            <a:ext cx="12191999" cy="636493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0000"/>
                </a:solidFill>
                <a:latin typeface="Arial Black" panose="020B0A04020102020204" pitchFamily="34" charset="0"/>
              </a:rPr>
              <a:t>BUSINESS QUESTIONS</a:t>
            </a:r>
            <a:endParaRPr lang="en-GH" sz="3600" b="1" u="sng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F3C0C-518E-40B2-9F17-7089CED9D2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36493"/>
            <a:ext cx="12191999" cy="6221505"/>
          </a:xfrm>
        </p:spPr>
        <p:txBody>
          <a:bodyPr>
            <a:normAutofit/>
          </a:bodyPr>
          <a:lstStyle/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TOTAL DEATHS IN ALL THE YEARS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TOTAL DEATHS BY YEAR(FILTER)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TOP 5 DISEASES GLOBALLY?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TOTAL DEATHS BY COUNTRIES FROM THE HIGHEST TO THE LOWEST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COUNTRIES HAVE THE LOWEST TOTAL DEATHS AND WHAT ARE THE SICKNESSES TAKING THE MOST LIVES IN THE COUNTRIES?</a:t>
            </a:r>
          </a:p>
          <a:p>
            <a:pPr marL="228600" indent="-228600" algn="l">
              <a:buAutoNum type="arabicPeriod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WITH THE HIGHEST DEATH BURDEN</a:t>
            </a:r>
          </a:p>
        </p:txBody>
      </p:sp>
    </p:spTree>
    <p:extLst>
      <p:ext uri="{BB962C8B-B14F-4D97-AF65-F5344CB8AC3E}">
        <p14:creationId xmlns:p14="http://schemas.microsoft.com/office/powerpoint/2010/main" val="241591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180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Times New Roman</vt:lpstr>
      <vt:lpstr>Office Theme</vt:lpstr>
      <vt:lpstr>DEATH CAUSES DATA ANALYSIS</vt:lpstr>
      <vt:lpstr>BUSINESS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DEATH CAUSES DATA ANALYSIS</dc:title>
  <dc:creator>Maa Abena</dc:creator>
  <cp:lastModifiedBy>Maa Abena</cp:lastModifiedBy>
  <cp:revision>6</cp:revision>
  <dcterms:created xsi:type="dcterms:W3CDTF">2025-11-29T08:38:30Z</dcterms:created>
  <dcterms:modified xsi:type="dcterms:W3CDTF">2025-11-29T09:28:51Z</dcterms:modified>
</cp:coreProperties>
</file>