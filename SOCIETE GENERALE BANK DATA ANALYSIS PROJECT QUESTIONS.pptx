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5685-632D-4A9E-B1BE-88F754AED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B91569-BD03-4505-B7BD-857211CC6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7EEAA-8F92-4319-9A7F-FAF9B9230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C32C-251D-4597-8C1B-6666FC09115C}" type="datetimeFigureOut">
              <a:rPr lang="en-GH" smtClean="0"/>
              <a:t>21/11/2025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23E90-C0BD-4B1F-8CC7-992219128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F929C-7213-4FA7-AEEF-A249EBB29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086C-54B7-440A-8D13-2C75FB749EE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230611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C1159-7BFB-4213-8A0C-CE0BE982E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E9DA0-4E3C-4928-9DCC-88E504074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91FD8-588E-49B0-B71B-7E8ED3618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C32C-251D-4597-8C1B-6666FC09115C}" type="datetimeFigureOut">
              <a:rPr lang="en-GH" smtClean="0"/>
              <a:t>21/11/2025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58D7D-D9C2-44BB-B623-4D7B142C6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8D668-A48F-453A-8D47-552A8B139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086C-54B7-440A-8D13-2C75FB749EE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949612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B81CD-C713-4F9A-B74B-C8B246CC4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BDAA5-2A27-4A98-A707-122DBF93C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78284-5BFE-41A6-B5C0-6C33F1752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C32C-251D-4597-8C1B-6666FC09115C}" type="datetimeFigureOut">
              <a:rPr lang="en-GH" smtClean="0"/>
              <a:t>21/11/2025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39F52-C153-4BB2-A739-176005B16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52CB7-4561-44FE-8891-3B5223B5B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086C-54B7-440A-8D13-2C75FB749EE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170200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98389-986A-4614-8529-70A42FF6C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DCE44-C4CD-499C-A5A6-5A67EF88AE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635BE-AA60-4DB4-B65B-6CF698755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89B2B-5556-4B67-97C9-8E9A79060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C32C-251D-4597-8C1B-6666FC09115C}" type="datetimeFigureOut">
              <a:rPr lang="en-GH" smtClean="0"/>
              <a:t>21/11/2025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D6183-30AD-4F6A-ABBD-0CA84125D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04D65-16B6-453D-B225-860F6DAC7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086C-54B7-440A-8D13-2C75FB749EE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94098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3EA9E-2145-4776-BF16-EEB47159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17116-AC5D-419E-94BA-0BC5FD56D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CC5137-4087-409B-BFBE-ECDFF7D83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127871-278B-4328-A0E9-B165BECED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746BDB-115F-471A-890D-80CFF3D872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EE6A69-4CAC-4A87-9D48-80D822A9A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C32C-251D-4597-8C1B-6666FC09115C}" type="datetimeFigureOut">
              <a:rPr lang="en-GH" smtClean="0"/>
              <a:t>21/11/2025</a:t>
            </a:fld>
            <a:endParaRPr lang="en-G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B5A98C-9E33-4308-9CD5-BE97E1BA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DD3743-3E55-4189-B1E3-5044A058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086C-54B7-440A-8D13-2C75FB749EE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085141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4C3FA-32E1-4E19-9C97-DEB214544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CB3FD4-194B-4A74-B01D-BE276BCB7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C32C-251D-4597-8C1B-6666FC09115C}" type="datetimeFigureOut">
              <a:rPr lang="en-GH" smtClean="0"/>
              <a:t>21/11/2025</a:t>
            </a:fld>
            <a:endParaRPr lang="en-G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2F5883-2B60-4035-A242-A49CC1E6A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FC54B-06B8-425F-9B96-D0A7EAF93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086C-54B7-440A-8D13-2C75FB749EE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08390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0EA5DC-52FA-43CD-811A-BDD26311F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C32C-251D-4597-8C1B-6666FC09115C}" type="datetimeFigureOut">
              <a:rPr lang="en-GH" smtClean="0"/>
              <a:t>21/11/2025</a:t>
            </a:fld>
            <a:endParaRPr lang="en-G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8007CF-95A5-4BE1-929E-C12663AD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29D4C-B25A-4670-AE2A-A613645FD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086C-54B7-440A-8D13-2C75FB749EE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17340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7688-96C8-4B89-B4BF-403344804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2839A-95D9-4526-B339-9E445FC53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FEEB3-C63A-4FB6-B5B3-E7D8ECCFC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A2F55-F45B-4051-A15E-8F370605D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C32C-251D-4597-8C1B-6666FC09115C}" type="datetimeFigureOut">
              <a:rPr lang="en-GH" smtClean="0"/>
              <a:t>21/11/2025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6200E8-04B7-4C2D-B8E4-2652AC769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C121F-E5D5-4A4B-942F-E52EE054E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086C-54B7-440A-8D13-2C75FB749EE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13366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9C4C5-8C34-4B08-BB4A-3C99CE3A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07DA5E-9EF4-43B8-AEB4-3AB49312B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D1F1F-1843-47E9-9C73-17413CA02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1BB03-C0F2-42E8-981D-609F913E7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C32C-251D-4597-8C1B-6666FC09115C}" type="datetimeFigureOut">
              <a:rPr lang="en-GH" smtClean="0"/>
              <a:t>21/11/2025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EA6F9-FC75-48C8-9D36-38E84BA1F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18841-069D-4058-B53D-DAA5896CA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086C-54B7-440A-8D13-2C75FB749EE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19379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3F059-A316-4930-8891-94759856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F0448-AD43-48FA-973F-F140531BE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995D0-0B7B-4210-B4F3-68CE7370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C32C-251D-4597-8C1B-6666FC09115C}" type="datetimeFigureOut">
              <a:rPr lang="en-GH" smtClean="0"/>
              <a:t>21/11/2025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1F54A-0558-4DF2-B46A-6B316E13F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50F3B-0100-488E-A726-B902CF53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086C-54B7-440A-8D13-2C75FB749EE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37464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BA30F4-F819-4E37-AC15-53BBCE8CC2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E7B3D6-8C2C-4CF2-B2A8-CEA6B37F1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55270-FC67-43C4-B0D4-4594F19DB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C32C-251D-4597-8C1B-6666FC09115C}" type="datetimeFigureOut">
              <a:rPr lang="en-GH" smtClean="0"/>
              <a:t>21/11/2025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B83AA-A036-4470-A75D-8A6106AFD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C90AA-99F1-4E5A-B627-A37E259F2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086C-54B7-440A-8D13-2C75FB749EE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33877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F306B9-0A2D-4CA9-9FE5-379FFA17D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0433D-558D-44B1-B982-8A343447C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F2A8F-1A62-497E-959E-C69B8575B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6C32C-251D-4597-8C1B-6666FC09115C}" type="datetimeFigureOut">
              <a:rPr lang="en-GH" smtClean="0"/>
              <a:t>21/11/2025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399CD-25FE-4AAE-9C72-318656D134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74A03-3FC4-4BE6-B935-6BD39C4EA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9086C-54B7-440A-8D13-2C75FB749EE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254658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AD55-FCB5-4789-88B8-8DEDB913C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3035"/>
            <a:ext cx="9144000" cy="1183341"/>
          </a:xfrm>
        </p:spPr>
        <p:txBody>
          <a:bodyPr>
            <a:normAutofit fontScale="90000"/>
          </a:bodyPr>
          <a:lstStyle/>
          <a:p>
            <a:r>
              <a:rPr lang="en-US" sz="4000" b="1" u="sng" dirty="0"/>
              <a:t>SOCIETE GENERALE BANK DATA ANALYSIS PROJECT</a:t>
            </a:r>
            <a:endParaRPr lang="en-GH" sz="4000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E77C7C-0CEB-4F29-A1FF-5436A4527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9530" y="1936376"/>
            <a:ext cx="9144000" cy="4849906"/>
          </a:xfrm>
        </p:spPr>
        <p:txBody>
          <a:bodyPr>
            <a:normAutofit/>
          </a:bodyPr>
          <a:lstStyle/>
          <a:p>
            <a:pPr algn="l"/>
            <a:r>
              <a:rPr lang="en-US" sz="1200" b="1" dirty="0"/>
              <a:t>HOLLA, SO THIS IS THE BANK LOAN DATASET WHERE WE ARE SUPPOSED TO SIT IN AN EITHER DATA ANALYSTS OR BUSINESS ANALYST AND HELP DISSECT THIS BANKS DATA TO UNDERSTANDING , ANSWERING PRESSING QUESTIONS AND USING VISUALS TO COMMUNICATE INSIGHTS TO THE MANAGEMENT OF SOCIETE GENERALE BANK.</a:t>
            </a:r>
          </a:p>
          <a:p>
            <a:pPr algn="l"/>
            <a:r>
              <a:rPr lang="en-US" sz="1200" b="1" dirty="0"/>
              <a:t>NOW, THE BANK IS MAKING IT CLEAR THAT THEY ARENT INTERESTED IN MULTIPLE PAGE VISUALS BUT JUST A ONE PAGE VISUAL WHICH THEY CAN JUST PLAY WITH AND QUICKLY UNDERSTAND WHAT THEY NEED.</a:t>
            </a:r>
          </a:p>
          <a:p>
            <a:pPr algn="l"/>
            <a:endParaRPr lang="en-US" sz="1200" b="1" dirty="0"/>
          </a:p>
          <a:p>
            <a:pPr algn="l"/>
            <a:r>
              <a:rPr lang="en-US" sz="1200" b="1" dirty="0"/>
              <a:t>THE BANK IS INTERESTED IN SEEING THE DATA UNCOVER THE FOLLOWING INSIGHTS : </a:t>
            </a:r>
          </a:p>
          <a:p>
            <a:pPr marL="228600" indent="-228600" algn="l">
              <a:buAutoNum type="arabicPeriod"/>
            </a:pPr>
            <a:r>
              <a:rPr lang="en-US" sz="1200" b="1" dirty="0"/>
              <a:t>WHAT IS THE OVERALL TOTAL BALANCE, TOTAL CUSTOMERS AND AVERAGE TOTAL BANK LOAN BALANCE? WE DON’T NEED CARDS. JUST SEGREGATE THESE INFO ACROSS RELEVANT FILTERS</a:t>
            </a:r>
          </a:p>
          <a:p>
            <a:pPr marL="228600" indent="-228600" algn="l">
              <a:buAutoNum type="arabicPeriod"/>
            </a:pPr>
            <a:r>
              <a:rPr lang="en-US" sz="1200" b="1" dirty="0"/>
              <a:t>FIND THE BALANCE DISTRIBUTION BY GENDER</a:t>
            </a:r>
          </a:p>
          <a:p>
            <a:pPr marL="228600" indent="-228600" algn="l">
              <a:buAutoNum type="arabicPeriod"/>
            </a:pPr>
            <a:r>
              <a:rPr lang="en-US" sz="1200" b="1" dirty="0"/>
              <a:t>FIND THE BALANCE DISTRIBUTIONS AND ADDITIONAL DETAILS BY STATE AND JOB CLASSIFICATIONS?</a:t>
            </a:r>
          </a:p>
          <a:p>
            <a:pPr marL="228600" indent="-228600" algn="l">
              <a:buAutoNum type="arabicPeriod"/>
            </a:pPr>
            <a:r>
              <a:rPr lang="en-US" sz="1200" b="1" dirty="0"/>
              <a:t>FIND THE AGE BRACKET DETAILS</a:t>
            </a:r>
          </a:p>
          <a:p>
            <a:pPr marL="228600" indent="-228600" algn="l">
              <a:buAutoNum type="arabicPeriod"/>
            </a:pPr>
            <a:r>
              <a:rPr lang="en-US" sz="1200" b="1" dirty="0"/>
              <a:t>HOW MANY PEOPLE HAVE DEFAULTED THEIR LOAN AMOUNT AND HOW MUCH LOAN BALANCE DOES THIS MAKE UP?</a:t>
            </a:r>
          </a:p>
          <a:p>
            <a:pPr marL="228600" indent="-228600" algn="l">
              <a:buAutoNum type="arabicPeriod"/>
            </a:pPr>
            <a:r>
              <a:rPr lang="en-US" sz="1200" b="1" dirty="0"/>
              <a:t>HOW MANY PEOPLE PER MONTH JOINED THE BANK?</a:t>
            </a:r>
          </a:p>
          <a:p>
            <a:pPr marL="228600" indent="-228600" algn="l">
              <a:buAutoNum type="arabicPeriod"/>
            </a:pPr>
            <a:r>
              <a:rPr lang="en-US" sz="1200" b="1" dirty="0"/>
              <a:t>FIND THE TOTAL COUNT OF PEOPLE HAVING A HOUSELOAN AND OTHER LOANS RESPECTIVELY</a:t>
            </a:r>
          </a:p>
          <a:p>
            <a:pPr marL="228600" indent="-228600" algn="l">
              <a:buAutoNum type="arabicPeriod"/>
            </a:pPr>
            <a:r>
              <a:rPr lang="en-US" sz="1200" b="1" dirty="0"/>
              <a:t>WHO ARE THE TOP 10 PEOPLE WITH THE MOST LOAN BALANCE</a:t>
            </a:r>
          </a:p>
        </p:txBody>
      </p:sp>
    </p:spTree>
    <p:extLst>
      <p:ext uri="{BB962C8B-B14F-4D97-AF65-F5344CB8AC3E}">
        <p14:creationId xmlns:p14="http://schemas.microsoft.com/office/powerpoint/2010/main" val="2637653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206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SOCIETE GENERALE BANK DATA ANALYSIS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SOCIETE GENERALE BANK DATA ANALYSIS PROJECT</dc:title>
  <dc:creator>Maa Abena</dc:creator>
  <cp:lastModifiedBy>Maa Abena</cp:lastModifiedBy>
  <cp:revision>3</cp:revision>
  <dcterms:created xsi:type="dcterms:W3CDTF">2025-11-21T18:27:19Z</dcterms:created>
  <dcterms:modified xsi:type="dcterms:W3CDTF">2025-11-21T18:37:22Z</dcterms:modified>
</cp:coreProperties>
</file>