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59E4-A263-4636-B35F-6C23DBEE6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6CFFD-0388-48B3-9B74-E50B749A0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C96F-F853-4EC3-ADF1-532A2D26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A4E6-95BC-4DC1-85BB-32E359C3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B7A0F-A231-4279-A2FC-3629D2B5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35279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D9ED5-86A2-485D-BD3B-CAFB2135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A6781-A44B-4821-9D8C-1F6AD8B17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CAE80-02B0-47A9-AD5D-707C1427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BD8E-F870-4865-BE7F-F0008395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11598-3240-4D64-B674-E6A86907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81995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7792-5AE6-4CC9-827C-A8EED796F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F9F73-39CC-423B-9714-55A78566D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0ADDF-7180-49F7-A5EC-8FE2843E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AA13D-6E27-43ED-B217-5E72F77C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5ABF3-0D32-4447-8DC0-A6244A97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4242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C3BD3-2FAD-4628-A2D0-26A2C592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9BE74-C5E1-401A-8E86-607B258C2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CE8E6-F603-4C1A-A4CE-674718DA9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07B69-2BEA-4FCF-94F4-414463A8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11216-26BF-43A0-BE3B-18640FC1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8795B-EB64-49FF-B1FA-725C7F93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17125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50E0-DBED-4DD9-AB67-5EA1F371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DC895-130E-46BA-9EFA-52B5BCBBA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C8C0A-FD33-4DEB-8E3A-A5A08500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C5BE9-122F-4C48-ADE3-C89D31FEE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47D9F-3339-4BAF-933F-E6199BAE4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6C0EE-F749-4BAE-B0AC-C927878A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B6489-578A-4E27-9290-66D6B29F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EAC53A-858D-4F22-880C-A9C58A12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7413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8449-0063-46CD-BE82-0A2992A4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468BD-C334-44FB-9453-7F1D050A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F2CA6-0478-4499-A6FD-A97DB48D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4A579-BC5B-4D30-BAD2-EA33DE0F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4606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9B8BF-5A77-47AC-A02C-E29051A7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E8EFB-B5E7-497D-975C-C6EE8852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1403-65B1-4F4A-A419-CD7B5B2F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8504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EAE8-13F3-44BC-AE3F-ECF1E357D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F21E8-0408-41F9-8BDB-6F18706B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1497B-B737-44C6-8CF1-C6E41131E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F874F-8072-48B7-92CE-34F4F333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599AA-D7FD-41B6-9BDA-554175916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23B6B-5241-4019-8881-0A8612D9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8556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61C17-7785-45AE-B2C6-6686F518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2E3DA-4E87-4EA8-9CA0-53E1EC33B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13A0F-2E34-49D1-BFDC-012EAC81D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AF879-F437-4667-8190-6FA73DEF0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A7D28-A131-4517-AEEA-50789B13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65BD5-E068-46F1-97B4-8120FD22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72892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5561-C4CE-4125-B614-A8343F7C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47D46-B2FA-45F2-B775-A8EBE668D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CE904-99B6-4BE8-9055-6B4A418F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64A0D-857A-4B6F-B695-70A8C3B6C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0B93A-0332-4CE8-B5C1-D2D6E025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8877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F8ECC-2610-4D71-9BB2-98637625A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7B8F0-B065-4039-8FCF-3B712CE01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C6296-E6C4-4BC0-A51D-BA993F99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BA40A-D557-447D-A3A8-1D98C1C6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DFC65-1675-47C7-B9C1-41B70BE8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0099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3E388-14EB-4C42-BB21-874525DF5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D2DFB-A9E1-4EBE-B36F-688A2E2F8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0AB6E-16DE-470C-BE04-CEBEA07A2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45FB9-0435-4BAC-AC9B-307B277327C0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8FBCA-AD61-4F67-BBD1-292631DB6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54BD9-78B4-4518-9730-9927AC66A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DA6D-376D-4653-A860-0671C2D1DDE2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9087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E428-2103-43BE-B6DB-9D28EEB86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9648"/>
            <a:ext cx="12192000" cy="708211"/>
          </a:xfrm>
        </p:spPr>
        <p:txBody>
          <a:bodyPr>
            <a:normAutofit fontScale="90000"/>
          </a:bodyPr>
          <a:lstStyle/>
          <a:p>
            <a:r>
              <a:rPr lang="en-US" sz="5400" b="1" u="sng" dirty="0">
                <a:latin typeface="Arial Black" panose="020B0A04020102020204" pitchFamily="34" charset="0"/>
              </a:rPr>
              <a:t>AMAZON SALES ANALYSIS</a:t>
            </a:r>
            <a:endParaRPr lang="en-GH" sz="5400" b="1" u="sng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5DEB3-831C-4820-AA5F-6E67AB161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97858"/>
            <a:ext cx="12192000" cy="6060141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 DATA ANALYST WORKING FOR AMAZON, SUPPORTING THE RETAILS OPERATIONS AND STRATEGY TEAM. 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SELLS A WIDE RANGE OF PRODUCTS ACROSS REGIONS AND USES DIFFERENT SALES CHANNELS (ONLINE, IN-STORE, DISTRIBUTOR). MANAGEMENT WANTS TO UNDERSTAND IT’S SALES PERFORMANCE, PROFITABILITY, AND REGIONAL PRODUCT TRENDS USING THE DATASET PROVIDED.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JOB IS TO UNCOVER ACTIONABLE INSIGHTS TO HELP LEADERSHIP MAKE DECISIONS ON PRICING, MARKETING, PRODUCT FOCUS, AND OPERATIONAL INVESTMENTS.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 FOR OUR ANALYSIS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REVENUE, TOTAL UNITS AND OVERALL OPERATING PROFIT FOR AMAZON?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HAVE SALES TRENDED OVER TIME (MONTHLY/QUARTERLY)?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SEASON OR MONTH GENERATES THE HIGHEST SALES?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CONTRIBUTE THE MOST SALES AND PROFIT?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ARE THE TOP SELLERS BY REVENUE?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SALES CHANNEL GENERATES THE MOST REVENUE?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CUSTOMERS SHIFTING TOWARDS ONLINE PURCHASING?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METHOD HAS THE HIGHEST PROFITABILITY?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REGIONS CONTRIBUTE THE MOST TO SALES AND PROFITS?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BETWEEN PRICE PER UNITAND OPERATING MARGIN?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MAP CHART, IDENTIFY THE 5 CITIES WITH THE LEAST CONTRIBUTIONS IN PROFIT, REVENUE AND TOTAL UNITS SOLD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1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Office Theme</vt:lpstr>
      <vt:lpstr>AMAZON SALES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ANALYSIS</dc:title>
  <dc:creator>Maa Abena</dc:creator>
  <cp:lastModifiedBy>Maa Abena</cp:lastModifiedBy>
  <cp:revision>4</cp:revision>
  <dcterms:created xsi:type="dcterms:W3CDTF">2025-11-29T06:34:11Z</dcterms:created>
  <dcterms:modified xsi:type="dcterms:W3CDTF">2025-11-29T06:58:19Z</dcterms:modified>
</cp:coreProperties>
</file>